
<file path=ppt/presentation.xml>
<p:presentation xmlns:p="http://schemas.openxmlformats.org/presentationml/2006/main">
  <p:sldIdLst>
    <p:sldId id="256" r:id="rId1"/>
    <p:sldId id="257" r:id="rId2"/>
  </p:sldIdLst>
  <p:sldSz cx="9144000" cy="6858000"/>
</p:presentation>

</file>

<file path=ppt/_rels/presentation.xml.rels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theme" Target="theme/theme1.xml"/>
</Relationships>

</file>

<file path=ppt/slides/slide1.xml>
<p:sld xmlns:a="http://schemas.openxmlformats.org/drawingml/2006/main" xmlns:p="http://schemas.openxmlformats.org/presentationml/2006/main">
  <p:cSld>
    <p:spTree>
      <p:sp>
        <p:nvSpPr><p:cNvPr id="2" name="Title 1"/></p:nvSpPr>
        <p:spPr>
            <a:off x="0" y="0"/>
            <a:ext cx="9144000" cy="1143000"/>
        </p:spPr>
        <p:txBody>
          <a:p><a:r><a:t>Hello World Slide 1</a:t></a:r></p:txBody>
      </p:sp>
    </p:spTree>
  </p:cSld>
</p:sld>
</file>

<file path=ppt/slides/slide2.xml>
<p:sld xmlns:a="http://schemas.openxmlformats.org/drawingml/2006/main" xmlns:p="http://schemas.openxmlformats.org/presentationml/2006/main">
  <p:cSld>
    <p:spTree>
      <p:sp>
        <p:txBody>
          <a:p><a:r><a:t>Slide 2 Content</a:t></a:r></p:txBody>
      </p:sp>
    </p:spTree>
  </p:cSld>
</p:sld>
</file>