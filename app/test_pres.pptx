
<file path=ppt/slides/slide1.xml><?xml version="1.0" encoding="utf-8"?>
<xml>Slide Content</xml>
</file>