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 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51435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 />
  <Relationship Id="rId2" Type="http://schemas.openxmlformats.org/officeDocument/2006/relationships/slide" Target="slides/slide1.xml" 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 name="Title Slide">
    <p:bg>
      <p:bgRef idx="1000">
        <a:schemeClr val="bg1"/>
      </p:bgRef>
    </p:bg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theme" Target="../theme/theme1.xml" 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/>
      <p:bgRef idx="1000">
        <a:schemeClr val="bg1"/>
      </p:bgRef>
    </p:bg>
  </p:cSld>
  <p:sldLayoutIdLst>
    <p:sldLayoutId id="2147483649" r:id="rId1"/>
  </p:sldLayoutIdLst>
  <p:txStyles>
    <p:titleStyle>
      <a:lvl1pPr>
        <a:defRPr sz="4400" b="1"/>
      </a:lvl1pPr>
    </p:titleStyle>
    <p:bodyStyle>
      <a:lvl1pPr>
        <a:defRPr sz="2800"/>
      </a:lvl1pPr>
    </p:bodyStyle>
  </p:txStyles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BBB59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1000000" y="500000"/>
            <a:ext cx="8000000" cy="1000000"/>
          </a:xfrm>
        </p:spPr>
        <p:txBody>
          <a:bodyPr/>
          <a:lstStyle/>
          <a:p>
            <a:r>
              <a:rPr lang="en-US" sz="4400" b="1"/>
              <a:t>About PPTSX</a:t>
            </a:r>
          </a:p>
        </p:txBody>
      </p:sp>
      <p:sp>
        <p:nvSpPr>
          <p:cNvPr id="3" name="Subtitle"/>
          <p:cNvSpPr/>
          <p:nvPr/>
        </p:nvSpPr>
        <p:spPr>
          <a:xfrm>
            <a:off x="1000000" y="1500000"/>
            <a:ext cx="8000000" cy="500000"/>
          </a:xfrm>
        </p:spPr>
        <p:txBody>
          <a:bodyPr/>
          <a:lstStyle/>
          <a:p>
            <a:r>
              <a:rPr lang="en-US" sz="2800"/>
              <a:t>PPTSX converts PowerPoint presentations to responsive websites.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</a:fmtScheme>
  </a:themeElements>
</a:theme>
</file>